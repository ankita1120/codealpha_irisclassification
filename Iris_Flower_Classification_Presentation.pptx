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Iris Flower Classification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CodeAlpha Data Science Internship</a:t>
            </a:r>
          </a:p>
          <a:p>
            <a:r>
              <a:t>Ankita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Build a Machine Learning model to classify Iris flowers</a:t>
            </a:r>
          </a:p>
          <a:p>
            <a:r>
              <a:t>• Categories: Setosa, Versicolor, Virginica</a:t>
            </a:r>
          </a:p>
          <a:p>
            <a:r>
              <a:t>• Use flower measurement features</a:t>
            </a:r>
          </a:p>
          <a:p>
            <a:r>
              <a:t>• Evaluate model performance using test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Total Samples: 150</a:t>
            </a:r>
          </a:p>
          <a:p>
            <a:r>
              <a:t>• Input Features:</a:t>
            </a:r>
          </a:p>
          <a:p>
            <a:r>
              <a:t>   - Sepal Length</a:t>
            </a:r>
          </a:p>
          <a:p>
            <a:r>
              <a:t>   - Sepal Width</a:t>
            </a:r>
          </a:p>
          <a:p>
            <a:r>
              <a:t>   - Petal Length</a:t>
            </a:r>
          </a:p>
          <a:p>
            <a:r>
              <a:t>   - Petal Width</a:t>
            </a:r>
          </a:p>
          <a:p>
            <a:r>
              <a:t>• Output Classes: 3 Species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Data Loading</a:t>
            </a:r>
          </a:p>
          <a:p>
            <a:r>
              <a:t>2. Data Exploration</a:t>
            </a:r>
          </a:p>
          <a:p>
            <a:r>
              <a:t>3. Train-Test Split (80-20)</a:t>
            </a:r>
          </a:p>
          <a:p>
            <a:r>
              <a:t>4. Feature Scaling (StandardScaler)</a:t>
            </a:r>
          </a:p>
          <a:p>
            <a:r>
              <a:t>5. Model Training (KNN Algorithm)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Accuracy Score: 95%+</a:t>
            </a:r>
          </a:p>
          <a:p>
            <a:r>
              <a:t>• Confusion Matrix</a:t>
            </a:r>
          </a:p>
          <a:p>
            <a:r>
              <a:t>• Classification Report</a:t>
            </a:r>
          </a:p>
          <a:p>
            <a:r>
              <a:t>• Strong prediction performance on test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Successfully built a classification model</a:t>
            </a:r>
          </a:p>
          <a:p>
            <a:r>
              <a:t>• Understood supervised learning concepts</a:t>
            </a:r>
          </a:p>
          <a:p>
            <a:r>
              <a:t>• Applied machine learning practically</a:t>
            </a:r>
          </a:p>
          <a:p>
            <a:r>
              <a:t>• Gained hands-on experience in Python &amp; Scikit-learn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